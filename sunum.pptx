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4b1311d7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4b1311d7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4b1311d7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4b1311d7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b4b1311d7d_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b4b1311d7d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4b1311d7d_4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4b1311d7d_4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b4b1311d7d_4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b4b1311d7d_4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4b1311d7d_4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b4b1311d7d_4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4b1311d7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b4b1311d7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4b1311d7d_4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b4b1311d7d_4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4b1311d7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b4b1311d7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b4b1311d7d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b4b1311d7d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1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jpg"/><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jp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4391025" y="228538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One Minute Digital Diary</a:t>
            </a:r>
            <a:endParaRPr/>
          </a:p>
        </p:txBody>
      </p:sp>
      <p:pic>
        <p:nvPicPr>
          <p:cNvPr id="55" name="Google Shape;55;p13" title="unnamed.png"/>
          <p:cNvPicPr preferRelativeResize="0"/>
          <p:nvPr/>
        </p:nvPicPr>
        <p:blipFill rotWithShape="1">
          <a:blip r:embed="rId3">
            <a:alphaModFix/>
          </a:blip>
          <a:srcRect b="0" l="0" r="0" t="0"/>
          <a:stretch/>
        </p:blipFill>
        <p:spPr>
          <a:xfrm>
            <a:off x="1098175" y="1165436"/>
            <a:ext cx="2812625" cy="28126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245775" y="411150"/>
            <a:ext cx="2790300" cy="432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sz="1800">
                <a:solidFill>
                  <a:schemeClr val="dk2"/>
                </a:solidFill>
              </a:rPr>
              <a:t>Login page:</a:t>
            </a:r>
            <a:endParaRPr b="1" sz="1800">
              <a:solidFill>
                <a:schemeClr val="dk2"/>
              </a:solidFill>
            </a:endParaRPr>
          </a:p>
          <a:p>
            <a:pPr indent="0" lvl="0" marL="0" rtl="0" algn="l">
              <a:spcBef>
                <a:spcPts val="0"/>
              </a:spcBef>
              <a:spcAft>
                <a:spcPts val="0"/>
              </a:spcAft>
              <a:buNone/>
            </a:pPr>
            <a:r>
              <a:rPr lang="tr" sz="1800">
                <a:solidFill>
                  <a:schemeClr val="dk2"/>
                </a:solidFill>
              </a:rPr>
              <a:t>Login page is the welcoming interface for the user. User comes across this page only once (unless they log out). After the first login their account stays open. Users without an account can create one via Sign Up. </a:t>
            </a:r>
            <a:endParaRPr sz="1800">
              <a:solidFill>
                <a:schemeClr val="dk2"/>
              </a:solidFill>
            </a:endParaRPr>
          </a:p>
        </p:txBody>
      </p:sp>
      <p:pic>
        <p:nvPicPr>
          <p:cNvPr id="61" name="Google Shape;61;p14" title="WhatsApp Image 2026-01-05 at 21.02.56.jpeg"/>
          <p:cNvPicPr preferRelativeResize="0"/>
          <p:nvPr/>
        </p:nvPicPr>
        <p:blipFill rotWithShape="1">
          <a:blip r:embed="rId3">
            <a:alphaModFix/>
          </a:blip>
          <a:srcRect b="7431" l="0" r="0" t="6353"/>
          <a:stretch/>
        </p:blipFill>
        <p:spPr>
          <a:xfrm>
            <a:off x="3200850" y="411150"/>
            <a:ext cx="2518999" cy="4434299"/>
          </a:xfrm>
          <a:prstGeom prst="rect">
            <a:avLst/>
          </a:prstGeom>
          <a:noFill/>
          <a:ln>
            <a:noFill/>
          </a:ln>
        </p:spPr>
      </p:pic>
      <p:pic>
        <p:nvPicPr>
          <p:cNvPr id="62" name="Google Shape;62;p14" title="WhatsApp Image 2026-01-05 at 21.02.56 (1).jpeg"/>
          <p:cNvPicPr preferRelativeResize="0"/>
          <p:nvPr/>
        </p:nvPicPr>
        <p:blipFill rotWithShape="1">
          <a:blip r:embed="rId4">
            <a:alphaModFix/>
          </a:blip>
          <a:srcRect b="-7992" l="0" r="0" t="-8003"/>
          <a:stretch/>
        </p:blipFill>
        <p:spPr>
          <a:xfrm>
            <a:off x="5983595" y="56550"/>
            <a:ext cx="2519009" cy="5143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245775" y="411150"/>
            <a:ext cx="2790300" cy="432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sz="1800">
                <a:solidFill>
                  <a:schemeClr val="dk2"/>
                </a:solidFill>
              </a:rPr>
              <a:t>Gallery:</a:t>
            </a:r>
            <a:endParaRPr b="1" sz="1800">
              <a:solidFill>
                <a:schemeClr val="dk2"/>
              </a:solidFill>
            </a:endParaRPr>
          </a:p>
          <a:p>
            <a:pPr indent="0" lvl="0" marL="0" rtl="0" algn="l">
              <a:spcBef>
                <a:spcPts val="0"/>
              </a:spcBef>
              <a:spcAft>
                <a:spcPts val="0"/>
              </a:spcAft>
              <a:buNone/>
            </a:pPr>
            <a:r>
              <a:rPr lang="tr" sz="1800">
                <a:solidFill>
                  <a:schemeClr val="dk2"/>
                </a:solidFill>
              </a:rPr>
              <a:t>Gallery page is where you can see all of your videos that you have recorded. They are labelled and sorted by date that you can search via </a:t>
            </a:r>
            <a:r>
              <a:rPr lang="tr" sz="1800">
                <a:solidFill>
                  <a:schemeClr val="dk2"/>
                </a:solidFill>
              </a:rPr>
              <a:t>calendar</a:t>
            </a:r>
            <a:r>
              <a:rPr lang="tr" sz="1800">
                <a:solidFill>
                  <a:schemeClr val="dk2"/>
                </a:solidFill>
              </a:rPr>
              <a:t> menu.</a:t>
            </a:r>
            <a:r>
              <a:rPr lang="tr" sz="1800">
                <a:solidFill>
                  <a:schemeClr val="dk2"/>
                </a:solidFill>
              </a:rPr>
              <a:t> </a:t>
            </a:r>
            <a:endParaRPr sz="1800">
              <a:solidFill>
                <a:schemeClr val="dk2"/>
              </a:solidFill>
            </a:endParaRPr>
          </a:p>
        </p:txBody>
      </p:sp>
      <p:pic>
        <p:nvPicPr>
          <p:cNvPr id="68" name="Google Shape;68;p15" title="WhatsApp Image 2026-01-05 at 21.02.58 (1).jpeg"/>
          <p:cNvPicPr preferRelativeResize="0"/>
          <p:nvPr/>
        </p:nvPicPr>
        <p:blipFill>
          <a:blip r:embed="rId3">
            <a:alphaModFix/>
          </a:blip>
          <a:stretch>
            <a:fillRect/>
          </a:stretch>
        </p:blipFill>
        <p:spPr>
          <a:xfrm>
            <a:off x="5713320" y="152400"/>
            <a:ext cx="2372445" cy="4838698"/>
          </a:xfrm>
          <a:prstGeom prst="rect">
            <a:avLst/>
          </a:prstGeom>
          <a:noFill/>
          <a:ln>
            <a:noFill/>
          </a:ln>
        </p:spPr>
      </p:pic>
      <p:pic>
        <p:nvPicPr>
          <p:cNvPr id="69" name="Google Shape;69;p15" title="WhatsApp Image 2026-01-05 at 21.25.52.jpeg"/>
          <p:cNvPicPr preferRelativeResize="0"/>
          <p:nvPr/>
        </p:nvPicPr>
        <p:blipFill>
          <a:blip r:embed="rId4">
            <a:alphaModFix/>
          </a:blip>
          <a:stretch>
            <a:fillRect/>
          </a:stretch>
        </p:blipFill>
        <p:spPr>
          <a:xfrm>
            <a:off x="3188475" y="152400"/>
            <a:ext cx="2372445" cy="483869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245775" y="411150"/>
            <a:ext cx="2790300" cy="432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sz="1800">
                <a:solidFill>
                  <a:schemeClr val="dk2"/>
                </a:solidFill>
              </a:rPr>
              <a:t>Video Recording</a:t>
            </a:r>
            <a:r>
              <a:rPr b="1" lang="tr" sz="1800">
                <a:solidFill>
                  <a:schemeClr val="dk2"/>
                </a:solidFill>
              </a:rPr>
              <a:t>:</a:t>
            </a:r>
            <a:endParaRPr b="1" sz="1800">
              <a:solidFill>
                <a:schemeClr val="dk2"/>
              </a:solidFill>
            </a:endParaRPr>
          </a:p>
          <a:p>
            <a:pPr indent="0" lvl="0" marL="0" rtl="0" algn="l">
              <a:spcBef>
                <a:spcPts val="0"/>
              </a:spcBef>
              <a:spcAft>
                <a:spcPts val="0"/>
              </a:spcAft>
              <a:buNone/>
            </a:pPr>
            <a:r>
              <a:rPr lang="tr" sz="1800">
                <a:solidFill>
                  <a:schemeClr val="dk2"/>
                </a:solidFill>
              </a:rPr>
              <a:t>This page allows you to take multiple videos </a:t>
            </a:r>
            <a:r>
              <a:rPr lang="tr" sz="1800">
                <a:solidFill>
                  <a:schemeClr val="dk2"/>
                </a:solidFill>
              </a:rPr>
              <a:t>throughout your day. you can record more than</a:t>
            </a:r>
            <a:r>
              <a:rPr lang="tr" sz="1800">
                <a:solidFill>
                  <a:schemeClr val="dk2"/>
                </a:solidFill>
              </a:rPr>
              <a:t> one clip, merge them in to one video which is maximum of 1 minute (5 for </a:t>
            </a:r>
            <a:r>
              <a:rPr lang="tr" sz="1800">
                <a:solidFill>
                  <a:schemeClr val="dk2"/>
                </a:solidFill>
              </a:rPr>
              <a:t>premium</a:t>
            </a:r>
            <a:r>
              <a:rPr lang="tr" sz="1800">
                <a:solidFill>
                  <a:schemeClr val="dk2"/>
                </a:solidFill>
              </a:rPr>
              <a:t> users).</a:t>
            </a:r>
            <a:endParaRPr sz="1800">
              <a:solidFill>
                <a:schemeClr val="dk2"/>
              </a:solidFill>
            </a:endParaRPr>
          </a:p>
        </p:txBody>
      </p:sp>
      <p:pic>
        <p:nvPicPr>
          <p:cNvPr id="75" name="Google Shape;75;p16" title="WhatsApp Image 2026-01-05 at 21.02.58 (2).jpeg"/>
          <p:cNvPicPr preferRelativeResize="0"/>
          <p:nvPr/>
        </p:nvPicPr>
        <p:blipFill>
          <a:blip r:embed="rId3">
            <a:alphaModFix/>
          </a:blip>
          <a:stretch>
            <a:fillRect/>
          </a:stretch>
        </p:blipFill>
        <p:spPr>
          <a:xfrm>
            <a:off x="3188475" y="152400"/>
            <a:ext cx="2372445" cy="4838698"/>
          </a:xfrm>
          <a:prstGeom prst="rect">
            <a:avLst/>
          </a:prstGeom>
          <a:noFill/>
          <a:ln>
            <a:noFill/>
          </a:ln>
        </p:spPr>
      </p:pic>
      <p:pic>
        <p:nvPicPr>
          <p:cNvPr id="76" name="Google Shape;76;p16" title="WhatsApp Image 2026-01-05 at 21.02.58 (3).jpeg"/>
          <p:cNvPicPr preferRelativeResize="0"/>
          <p:nvPr/>
        </p:nvPicPr>
        <p:blipFill>
          <a:blip r:embed="rId4">
            <a:alphaModFix/>
          </a:blip>
          <a:stretch>
            <a:fillRect/>
          </a:stretch>
        </p:blipFill>
        <p:spPr>
          <a:xfrm>
            <a:off x="5713320" y="152400"/>
            <a:ext cx="2372445" cy="483869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245775" y="411150"/>
            <a:ext cx="2790300" cy="432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sz="1800">
                <a:solidFill>
                  <a:schemeClr val="dk2"/>
                </a:solidFill>
              </a:rPr>
              <a:t>Edit/Share Page</a:t>
            </a:r>
            <a:r>
              <a:rPr b="1" lang="tr" sz="1800">
                <a:solidFill>
                  <a:schemeClr val="dk2"/>
                </a:solidFill>
              </a:rPr>
              <a:t>:</a:t>
            </a:r>
            <a:endParaRPr b="1" sz="1800">
              <a:solidFill>
                <a:schemeClr val="dk2"/>
              </a:solidFill>
            </a:endParaRPr>
          </a:p>
          <a:p>
            <a:pPr indent="0" lvl="0" marL="0" rtl="0" algn="l">
              <a:spcBef>
                <a:spcPts val="0"/>
              </a:spcBef>
              <a:spcAft>
                <a:spcPts val="0"/>
              </a:spcAft>
              <a:buNone/>
            </a:pPr>
            <a:r>
              <a:rPr lang="tr" sz="1800">
                <a:solidFill>
                  <a:schemeClr val="dk2"/>
                </a:solidFill>
              </a:rPr>
              <a:t>This is where you finalise your video</a:t>
            </a:r>
            <a:r>
              <a:rPr lang="tr" sz="1800">
                <a:solidFill>
                  <a:schemeClr val="dk2"/>
                </a:solidFill>
              </a:rPr>
              <a:t>. You can merge or delete your clip(s). Set the video’s visibility and add a feeling to your video.</a:t>
            </a:r>
            <a:endParaRPr sz="1800">
              <a:solidFill>
                <a:schemeClr val="dk2"/>
              </a:solidFill>
            </a:endParaRPr>
          </a:p>
        </p:txBody>
      </p:sp>
      <p:pic>
        <p:nvPicPr>
          <p:cNvPr id="82" name="Google Shape;82;p17" title="WhatsApp Image 2026-01-05 at 21.02.58 (4).jpeg"/>
          <p:cNvPicPr preferRelativeResize="0"/>
          <p:nvPr/>
        </p:nvPicPr>
        <p:blipFill>
          <a:blip r:embed="rId3">
            <a:alphaModFix/>
          </a:blip>
          <a:stretch>
            <a:fillRect/>
          </a:stretch>
        </p:blipFill>
        <p:spPr>
          <a:xfrm>
            <a:off x="3188475" y="152400"/>
            <a:ext cx="2372445" cy="4838698"/>
          </a:xfrm>
          <a:prstGeom prst="rect">
            <a:avLst/>
          </a:prstGeom>
          <a:noFill/>
          <a:ln>
            <a:noFill/>
          </a:ln>
        </p:spPr>
      </p:pic>
      <p:pic>
        <p:nvPicPr>
          <p:cNvPr id="83" name="Google Shape;83;p17" title="WhatsApp Image 2026-01-05 at 21.02.58 (5).jpeg"/>
          <p:cNvPicPr preferRelativeResize="0"/>
          <p:nvPr/>
        </p:nvPicPr>
        <p:blipFill>
          <a:blip r:embed="rId4">
            <a:alphaModFix/>
          </a:blip>
          <a:stretch>
            <a:fillRect/>
          </a:stretch>
        </p:blipFill>
        <p:spPr>
          <a:xfrm>
            <a:off x="5713327" y="152400"/>
            <a:ext cx="2372449" cy="48387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245775" y="411150"/>
            <a:ext cx="2790300" cy="432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sz="1800">
                <a:solidFill>
                  <a:schemeClr val="dk2"/>
                </a:solidFill>
              </a:rPr>
              <a:t>Public Feed</a:t>
            </a:r>
            <a:r>
              <a:rPr b="1" lang="tr" sz="1800">
                <a:solidFill>
                  <a:schemeClr val="dk2"/>
                </a:solidFill>
              </a:rPr>
              <a:t>:</a:t>
            </a:r>
            <a:endParaRPr b="1" sz="1800">
              <a:solidFill>
                <a:schemeClr val="dk2"/>
              </a:solidFill>
            </a:endParaRPr>
          </a:p>
          <a:p>
            <a:pPr indent="0" lvl="0" marL="0" rtl="0" algn="l">
              <a:spcBef>
                <a:spcPts val="0"/>
              </a:spcBef>
              <a:spcAft>
                <a:spcPts val="0"/>
              </a:spcAft>
              <a:buNone/>
            </a:pPr>
            <a:r>
              <a:rPr lang="tr" sz="1800">
                <a:solidFill>
                  <a:schemeClr val="dk2"/>
                </a:solidFill>
              </a:rPr>
              <a:t>This is where you can see what other users are sharing. every video stays in the feed for 24 hours once they are posted. You can watch and like other’s videos.</a:t>
            </a:r>
            <a:endParaRPr sz="1800">
              <a:solidFill>
                <a:schemeClr val="dk2"/>
              </a:solidFill>
            </a:endParaRPr>
          </a:p>
        </p:txBody>
      </p:sp>
      <p:pic>
        <p:nvPicPr>
          <p:cNvPr id="89" name="Google Shape;89;p18" title="WhatsApp Image 2026-01-05 at 21.25.12.jpeg"/>
          <p:cNvPicPr preferRelativeResize="0"/>
          <p:nvPr/>
        </p:nvPicPr>
        <p:blipFill>
          <a:blip r:embed="rId3">
            <a:alphaModFix/>
          </a:blip>
          <a:stretch>
            <a:fillRect/>
          </a:stretch>
        </p:blipFill>
        <p:spPr>
          <a:xfrm>
            <a:off x="3188475" y="152400"/>
            <a:ext cx="2372445" cy="48386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9" title="fc1c2d61-dc0b-4d6e-bfbd-a10a0c88c57d.jpg"/>
          <p:cNvPicPr preferRelativeResize="0"/>
          <p:nvPr/>
        </p:nvPicPr>
        <p:blipFill>
          <a:blip r:embed="rId3">
            <a:alphaModFix/>
          </a:blip>
          <a:stretch>
            <a:fillRect/>
          </a:stretch>
        </p:blipFill>
        <p:spPr>
          <a:xfrm>
            <a:off x="6412050" y="324800"/>
            <a:ext cx="2442850" cy="4631951"/>
          </a:xfrm>
          <a:prstGeom prst="rect">
            <a:avLst/>
          </a:prstGeom>
          <a:noFill/>
          <a:ln>
            <a:noFill/>
          </a:ln>
        </p:spPr>
      </p:pic>
      <p:sp>
        <p:nvSpPr>
          <p:cNvPr id="95" name="Google Shape;95;p19"/>
          <p:cNvSpPr txBox="1"/>
          <p:nvPr>
            <p:ph type="title"/>
          </p:nvPr>
        </p:nvSpPr>
        <p:spPr>
          <a:xfrm>
            <a:off x="245775" y="411150"/>
            <a:ext cx="2790300" cy="432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sz="1800">
                <a:solidFill>
                  <a:schemeClr val="dk2"/>
                </a:solidFill>
              </a:rPr>
              <a:t>Searching/Profiles:</a:t>
            </a:r>
            <a:endParaRPr b="1" sz="1800">
              <a:solidFill>
                <a:schemeClr val="dk2"/>
              </a:solidFill>
            </a:endParaRPr>
          </a:p>
          <a:p>
            <a:pPr indent="0" lvl="0" marL="0" rtl="0" algn="l">
              <a:spcBef>
                <a:spcPts val="0"/>
              </a:spcBef>
              <a:spcAft>
                <a:spcPts val="0"/>
              </a:spcAft>
              <a:buNone/>
            </a:pPr>
            <a:r>
              <a:rPr lang="tr" sz="1800">
                <a:solidFill>
                  <a:schemeClr val="dk2"/>
                </a:solidFill>
              </a:rPr>
              <a:t>From the public page you can search you can search other users by typing their username. When you click the user you can see their public videos and stats (total likes etc.).</a:t>
            </a:r>
            <a:endParaRPr sz="1800">
              <a:solidFill>
                <a:schemeClr val="dk2"/>
              </a:solidFill>
            </a:endParaRPr>
          </a:p>
        </p:txBody>
      </p:sp>
      <p:pic>
        <p:nvPicPr>
          <p:cNvPr id="96" name="Google Shape;96;p19" title="26bc9e11-24b7-463e-ae9e-0ab33b1b4bc2.jpg"/>
          <p:cNvPicPr preferRelativeResize="0"/>
          <p:nvPr/>
        </p:nvPicPr>
        <p:blipFill>
          <a:blip r:embed="rId4">
            <a:alphaModFix/>
          </a:blip>
          <a:stretch>
            <a:fillRect/>
          </a:stretch>
        </p:blipFill>
        <p:spPr>
          <a:xfrm>
            <a:off x="3838496" y="324800"/>
            <a:ext cx="2271079" cy="46319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245775" y="411150"/>
            <a:ext cx="2790300" cy="432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sz="1800">
                <a:solidFill>
                  <a:schemeClr val="dk2"/>
                </a:solidFill>
              </a:rPr>
              <a:t>Settings</a:t>
            </a:r>
            <a:r>
              <a:rPr b="1" lang="tr" sz="1800">
                <a:solidFill>
                  <a:schemeClr val="dk2"/>
                </a:solidFill>
              </a:rPr>
              <a:t>:</a:t>
            </a:r>
            <a:endParaRPr b="1" sz="1800">
              <a:solidFill>
                <a:schemeClr val="dk2"/>
              </a:solidFill>
            </a:endParaRPr>
          </a:p>
          <a:p>
            <a:pPr indent="0" lvl="0" marL="0" rtl="0" algn="l">
              <a:spcBef>
                <a:spcPts val="0"/>
              </a:spcBef>
              <a:spcAft>
                <a:spcPts val="0"/>
              </a:spcAft>
              <a:buNone/>
            </a:pPr>
            <a:r>
              <a:rPr lang="tr" sz="1800">
                <a:solidFill>
                  <a:schemeClr val="dk2"/>
                </a:solidFill>
              </a:rPr>
              <a:t>This is where you can manage your app experience and your account information.</a:t>
            </a:r>
            <a:endParaRPr sz="1800">
              <a:solidFill>
                <a:schemeClr val="dk2"/>
              </a:solidFill>
            </a:endParaRPr>
          </a:p>
        </p:txBody>
      </p:sp>
      <p:pic>
        <p:nvPicPr>
          <p:cNvPr id="102" name="Google Shape;102;p20" title="WhatsApp Image 2026-01-05 at 21.02.59 (2).jpeg"/>
          <p:cNvPicPr preferRelativeResize="0"/>
          <p:nvPr/>
        </p:nvPicPr>
        <p:blipFill>
          <a:blip r:embed="rId3">
            <a:alphaModFix/>
          </a:blip>
          <a:stretch>
            <a:fillRect/>
          </a:stretch>
        </p:blipFill>
        <p:spPr>
          <a:xfrm>
            <a:off x="3188475" y="152400"/>
            <a:ext cx="2372445" cy="48386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245775" y="411150"/>
            <a:ext cx="2790300" cy="432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sz="1800">
                <a:solidFill>
                  <a:schemeClr val="dk2"/>
                </a:solidFill>
              </a:rPr>
              <a:t>Premium Page</a:t>
            </a:r>
            <a:r>
              <a:rPr b="1" lang="tr" sz="1800">
                <a:solidFill>
                  <a:schemeClr val="dk2"/>
                </a:solidFill>
              </a:rPr>
              <a:t>:</a:t>
            </a:r>
            <a:endParaRPr b="1" sz="1800">
              <a:solidFill>
                <a:schemeClr val="dk2"/>
              </a:solidFill>
            </a:endParaRPr>
          </a:p>
          <a:p>
            <a:pPr indent="0" lvl="0" marL="0" rtl="0" algn="l">
              <a:spcBef>
                <a:spcPts val="0"/>
              </a:spcBef>
              <a:spcAft>
                <a:spcPts val="0"/>
              </a:spcAft>
              <a:buNone/>
            </a:pPr>
            <a:r>
              <a:rPr lang="tr" sz="1800">
                <a:solidFill>
                  <a:schemeClr val="dk2"/>
                </a:solidFill>
              </a:rPr>
              <a:t>For the better usage of the app you can pay region based price for </a:t>
            </a:r>
            <a:r>
              <a:rPr lang="tr" sz="1800">
                <a:solidFill>
                  <a:schemeClr val="dk2"/>
                </a:solidFill>
              </a:rPr>
              <a:t>monthly</a:t>
            </a:r>
            <a:r>
              <a:rPr lang="tr" sz="1800">
                <a:solidFill>
                  <a:schemeClr val="dk2"/>
                </a:solidFill>
              </a:rPr>
              <a:t> or yearly subscription. Premium users can record 5 minute videos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tr" sz="1800">
                <a:solidFill>
                  <a:schemeClr val="dk2"/>
                </a:solidFill>
              </a:rPr>
              <a:t>User can cancel the subscription from their google account. </a:t>
            </a:r>
            <a:endParaRPr sz="1800">
              <a:solidFill>
                <a:schemeClr val="dk2"/>
              </a:solidFill>
            </a:endParaRPr>
          </a:p>
        </p:txBody>
      </p:sp>
      <p:pic>
        <p:nvPicPr>
          <p:cNvPr id="108" name="Google Shape;108;p21" title="WhatsApp Image 2026-01-05 at 21.02.59.jpeg"/>
          <p:cNvPicPr preferRelativeResize="0"/>
          <p:nvPr/>
        </p:nvPicPr>
        <p:blipFill>
          <a:blip r:embed="rId3">
            <a:alphaModFix/>
          </a:blip>
          <a:stretch>
            <a:fillRect/>
          </a:stretch>
        </p:blipFill>
        <p:spPr>
          <a:xfrm>
            <a:off x="3188475" y="152400"/>
            <a:ext cx="2321401" cy="4838702"/>
          </a:xfrm>
          <a:prstGeom prst="rect">
            <a:avLst/>
          </a:prstGeom>
          <a:noFill/>
          <a:ln>
            <a:noFill/>
          </a:ln>
        </p:spPr>
      </p:pic>
      <p:pic>
        <p:nvPicPr>
          <p:cNvPr id="109" name="Google Shape;109;p21" title="WhatsApp Image 2026-01-05 at 21.02.59 (1).jpeg"/>
          <p:cNvPicPr preferRelativeResize="0"/>
          <p:nvPr/>
        </p:nvPicPr>
        <p:blipFill>
          <a:blip r:embed="rId4">
            <a:alphaModFix/>
          </a:blip>
          <a:stretch>
            <a:fillRect/>
          </a:stretch>
        </p:blipFill>
        <p:spPr>
          <a:xfrm>
            <a:off x="5662276" y="152400"/>
            <a:ext cx="2372445" cy="483869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tr"/>
              <a:t>thanks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